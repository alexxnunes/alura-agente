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NovaBank — Governança e Segurança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Pilares de Atuação da Fintech:</a:t>
            </a:r>
          </a:p>
          <a:p>
            <a:r>
              <a:t>• 100% Digital e Seguro: Regulado pelo Banco Central do Brasil.</a:t>
            </a:r>
          </a:p>
          <a:p>
            <a:r>
              <a:t>• Rendimento Automático: 100% do CDI com liquidez diária.</a:t>
            </a:r>
          </a:p>
          <a:p>
            <a:r>
              <a:t>• Zero Anuidade: Cartões internacionais sem tarifas abusivas.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NovaBank — Atendimento e Proteção ao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Compromissos Operacionais:</a:t>
            </a:r>
          </a:p>
          <a:p>
            <a:r>
              <a:t>• Prevenção de Fraudes com IA em tempo real e MED Pix em até 80 dias.</a:t>
            </a:r>
          </a:p>
          <a:p>
            <a:r>
              <a:t>• Central 24h pelo 0800-999-NOVA para emergências.</a:t>
            </a:r>
          </a:p>
          <a:p>
            <a:r>
              <a:t>• 4 saques gratuitos por mês na rede Banco24Horas.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